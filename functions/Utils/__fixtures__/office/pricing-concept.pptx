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7" r:id="rId8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pending: annual discount 15% or 20%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Pricing concept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for the steering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&amp;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plans: Starter, Team, Business</a:t>
            </a:r>
          </a:p>
          <a:p>
            <a:r>
              <a:t>Team costs €12 per user &amp; month</a:t>
            </a:r>
          </a:p>
          <a:p>
            <a:r>
              <a:t>Annual billing</a:t>
            </a:r>
            <a:br/>
            <a:r>
              <a:t>saves 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&lt;EUR&gt;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competitor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Competitor A charges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