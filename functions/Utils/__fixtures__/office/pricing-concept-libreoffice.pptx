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Slides/notesSlide3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 defTabSz="457200"/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710283DE-24AE-4203-96B4-8C67978C6CF2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7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Decision pending: annual discount 15% or 20%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EEB4F8C5-A834-480C-A2EA-BCB4318EC5AA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440CED0-89BF-4C6E-8BB9-72C86488245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A9D6AED-BAE3-4A84-8CB7-A740E4A4339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C152966-EA63-4368-8985-C7A118848C4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F4D3123-3451-452B-AB58-A74AE700105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3A85701-D283-4EA3-99DF-D2D920D359B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E81E41E-44E5-4AD7-8C31-CBFA8890B08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8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B533EDB-4F10-41ED-98E7-BFEED63DB7C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D17C81B-187D-4AC4-9765-172CBA1368A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555E263-FB5E-4345-97BD-62A237B1784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721BC9E-3543-4C7F-84D1-AA1FF6CFA19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pic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>
              <a:buNone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Double-click to add an Image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D899AD4-6BA3-4C4C-B056-4706BD7E0EF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Pricing concept 2026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440" cy="1752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ctr" defTabSz="4572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Draft for the steering committee</a:t>
            </a:r>
            <a:endParaRPr lang="en-US" sz="32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Price table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graphicFrame>
        <p:nvGraphicFramePr>
          <p:cNvPr id="70" name="Table 2"/>
          <p:cNvGraphicFramePr/>
          <p:nvPr/>
        </p:nvGraphicFramePr>
        <p:xfrm>
          <a:off x="914400" y="1828800"/>
          <a:ext cx="5486040" cy="13716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</a:tblGrid>
              <a:tr h="45720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Plan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Price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45720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Team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12 &lt;EUR&gt;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45720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Business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24.50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Plans &amp; prices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Three plans: Starter, Team, Business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Team costs €12 per user &amp; month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Annual billing</a:t>
            </a:r>
            <a:br>
              <a:rPr sz="3200"/>
            </a:b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saves money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Backup: competitor prices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Competitor A charges 15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LibreOffice/26.8.0.3$MacOSX_AARCH64 LibreOffice_project/bce0998afefdbc355585ca324285661a2170ba77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>Steve Canny</cp:lastModifiedBy>
  <dcterms:modified xsi:type="dcterms:W3CDTF">2013-01-27T09:15:58Z</dcterms:modified>
  <cp:revision>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